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3F8C9-C0E3-459B-ABAF-C2B681BA9FC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C445-0826-4A70-86C9-BD8DBDA8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5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3F8C9-C0E3-459B-ABAF-C2B681BA9FC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C445-0826-4A70-86C9-BD8DBDA8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4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3F8C9-C0E3-459B-ABAF-C2B681BA9FC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C445-0826-4A70-86C9-BD8DBDA8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83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3F8C9-C0E3-459B-ABAF-C2B681BA9FC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C445-0826-4A70-86C9-BD8DBDA8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26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3F8C9-C0E3-459B-ABAF-C2B681BA9FC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C445-0826-4A70-86C9-BD8DBDA8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90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3F8C9-C0E3-459B-ABAF-C2B681BA9FC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C445-0826-4A70-86C9-BD8DBDA8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05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3F8C9-C0E3-459B-ABAF-C2B681BA9FC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C445-0826-4A70-86C9-BD8DBDA8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36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3F8C9-C0E3-459B-ABAF-C2B681BA9FC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C445-0826-4A70-86C9-BD8DBDA8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2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3F8C9-C0E3-459B-ABAF-C2B681BA9FC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C445-0826-4A70-86C9-BD8DBDA8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09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3F8C9-C0E3-459B-ABAF-C2B681BA9FC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C445-0826-4A70-86C9-BD8DBDA8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30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3F8C9-C0E3-459B-ABAF-C2B681BA9FC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C445-0826-4A70-86C9-BD8DBDA8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62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43F8C9-C0E3-459B-ABAF-C2B681BA9FC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BC445-0826-4A70-86C9-BD8DBDA8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8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Rigsby</dc:creator>
  <cp:lastModifiedBy>John Rigsby</cp:lastModifiedBy>
  <cp:revision>3</cp:revision>
  <dcterms:created xsi:type="dcterms:W3CDTF">2026-02-02T15:26:54Z</dcterms:created>
  <dcterms:modified xsi:type="dcterms:W3CDTF">2026-02-02T19:05:51Z</dcterms:modified>
</cp:coreProperties>
</file>