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7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3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7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7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6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3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0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5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7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5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D26B2-007E-4215-A2D6-24EA423B906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799A9-4E5F-4A91-913F-871A8324B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4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Rigsby</dc:creator>
  <cp:lastModifiedBy>John Rigsby</cp:lastModifiedBy>
  <cp:revision>2</cp:revision>
  <dcterms:created xsi:type="dcterms:W3CDTF">2026-02-03T17:58:10Z</dcterms:created>
  <dcterms:modified xsi:type="dcterms:W3CDTF">2026-02-03T18:00:18Z</dcterms:modified>
</cp:coreProperties>
</file>