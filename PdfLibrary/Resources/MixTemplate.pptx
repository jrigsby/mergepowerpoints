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0058400" cy="10058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1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646133"/>
            <a:ext cx="8549640" cy="350181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5282989"/>
            <a:ext cx="7543800" cy="242845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8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2507618"/>
            <a:ext cx="8675370" cy="418401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6731215"/>
            <a:ext cx="8675370" cy="220027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0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677584"/>
            <a:ext cx="427482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677584"/>
            <a:ext cx="427482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35519"/>
            <a:ext cx="867537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2465706"/>
            <a:ext cx="4255174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3674110"/>
            <a:ext cx="4255174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2465706"/>
            <a:ext cx="4276130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3674110"/>
            <a:ext cx="4276130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4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5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3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448226"/>
            <a:ext cx="5092065" cy="71479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2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448226"/>
            <a:ext cx="5092065" cy="71479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7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535517"/>
            <a:ext cx="2168843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535517"/>
            <a:ext cx="6380798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6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535519"/>
            <a:ext cx="867537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677584"/>
            <a:ext cx="867537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879E7-AFC0-42B9-990B-E9E9EF9D94E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9322649"/>
            <a:ext cx="339471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36052-672C-4262-8CFF-F5F457942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6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Rigsby</dc:creator>
  <cp:lastModifiedBy>John Rigsby</cp:lastModifiedBy>
  <cp:revision>1</cp:revision>
  <dcterms:created xsi:type="dcterms:W3CDTF">2026-02-03T17:51:14Z</dcterms:created>
  <dcterms:modified xsi:type="dcterms:W3CDTF">2026-02-03T17:52:34Z</dcterms:modified>
</cp:coreProperties>
</file>